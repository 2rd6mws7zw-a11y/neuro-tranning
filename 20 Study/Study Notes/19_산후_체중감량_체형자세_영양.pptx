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재료(영양) 채웠으면 이제 움직입니다. 체중 감량과 자세 회복은 운동 파트처럼 보이지만 뉴로 관점에선 같은 문제입니다.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강의안 원문을 먼저 읽고, 다음 슬라이드에서 왜 이 순서인지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스쿼트 20개보다 벽 스쿼트 30초 유지가 안전하고 뇌도 덜 위협받는다.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한 단계씩 10초만.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4단계가 되면 난이도를 올린다. 속도가 아니라 뇌한테 동시에 할 일을 하나씩 더 주는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오늘: 메트로놈 서서 → 걸으면서 → 무한대 30초 → calf raise → 홀수 구구단 → 골프 포지션, 각 10초.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반고리관은 saccades로, 이석은 홀드로. 이석은 기울어진 위치를 유지할 때 계속 신호를 보내니 잡고 버텨야 자극된다. 층 쌓기의 calf raise·굴곡/신전이 이석 훈련.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6장의 "왜"를 담당한다.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산모 전정계가 떨어진 건 병이 아니라 6개월 동안 안 써서 지도가 지워진 것. 산후엔 갑자기 써야 하니 뇌가 위협으로 잡고, 위협이면 피하고, 피하면 더 떨어진다.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있으면: 고개 오른쪽 돌린 채 5초/왼쪽 돌린 채 5초 → 더 어지러운 쪽이 목 수용기 약한 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개를 켜면 뇌간이 midline 잡혀 있고 안전하다는 상태에서 전정 자극이 들어온다 → 위협이 안 올라간다.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엄마는 아무 생각도 안 했다. 전정계가 머리 움직임 신호를 받아 눈·목·다리에 자동으로 명령을 보낸 것. 그래서 반사.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"근육 하나도 안 당겼는데 자세가 잡혔죠. 이게 midline입니다."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상태에서 조리원 식단이 미역국 하나로 3주 가면 재료가 안 들어오는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선을 긋고 갑니다. 우리는 영양사나 의사가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수유가 아프면 옥시토신 이득이 줄어요. 앞 파트에서 나온 옥시토신-자궁 수축과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이건 우리 프로그램의 관점입니다. 그래서 산전, 산후 영양이 다음 세대 뇌를 만드는 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골반기저에서 인슐라 켜는 거 배우셨죠. 영양도 같은 인슐라 문제입니다.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개면 재료·운반·구조·회복 어디가 비었는지 다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7C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산후 체중 감량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4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뉴로 트레이닝 관점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뉴로-산후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흐름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체중은 뇌가 안전하다고 느껴야 빠지고, 자세는 midline이 잡히면 따라온다.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영양은 뇌의 재료다.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00200" y="2834640"/>
            <a:ext cx="548640" cy="54864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0020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산후 체중 감량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7432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9C5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343400" y="2834640"/>
            <a:ext cx="548640" cy="54864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4340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체형과 자세 회복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27432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9C5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086600" y="2834640"/>
            <a:ext cx="548640" cy="54864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8660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산후 영양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산후 체중 감량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림프계 개입 후 시작할 것 (부어 있는 상태에서 하는 것은 비효율적)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출산 후 체중 감량을 돕기 위한 저강도 유산소 운동과 등척성 기반의 근력 운동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탁월한 방법 : 걷기 운동 w/ vestibular 자극</a:t>
            </a:r>
            <a:endParaRPr lang="en-US" sz="1400" dirty="0"/>
          </a:p>
          <a:p>
            <a:pPr lvl="1" marL="508000" indent="-254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눈 뜨고 수평 Head "Saccades"</a:t>
            </a:r>
            <a:endParaRPr lang="en-US" sz="1400" dirty="0"/>
          </a:p>
          <a:p>
            <a:pPr lvl="1" marL="508000" indent="-254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눈 뜨고 수직 head "saccades"</a:t>
            </a:r>
            <a:endParaRPr lang="en-US" sz="1400" dirty="0"/>
          </a:p>
          <a:p>
            <a:pPr lvl="1" marL="508000" indent="-254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눈 감고 수평 head "saccades"</a:t>
            </a:r>
            <a:endParaRPr lang="en-US" sz="1400" dirty="0"/>
          </a:p>
          <a:p>
            <a:pPr lvl="1" marL="508000" indent="-254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눈 감고 수직 head "saccades"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=&gt; 목표 : 어지러움 없이 10초씩 각 단계 10번씩 하기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순서인가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801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림프계 개입 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459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부종 = 간질액 정체 상태. 이 상태에서 유산소를 하면 정맥·림프 환류가 안 되어 대사산물이 축적되고 위협 반응만 올라간다. 림프 순환을 먼저 회복시킨다.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945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등척성 기반 근력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560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릴랙신으로 관절이 느슨하고, 복직근 이개가 아직 회복 중이며, 힘주면 발살바로 골반기저 tone이 오른다. 관절을 안 움직이면서 호흡 유지하며 근육을 켜는 등척성이 안전하다.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1089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걷기 + vestibular 자극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4747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걷기 자체가 전정 입력. 여기에 head saccades를 얹으면 유산소 + 전정 재활 + 위협 낮추기가 한 번에 된다.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4DD"/>
          </a:solidFill>
          <a:ln w="12700">
            <a:solidFill>
              <a:srgbClr val="FFF4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tip  펄스 옥시미터로 전정 드릴 전후 산소포화도가 안정되는 걸 보여주기 → 혈압 조절 → 체중 감량 효율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 Saccades 4단계, 눈이 아니라 머리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 뜨고 수평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고정, 머리만 좌우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2801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 뜨고 수직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고정, 머리만 위아래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 감고 수평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머리만 좌우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2801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 감고 수직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 전정 부하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1089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수평 = 수평 반고리관, 수직 = 앞·뒤 반고리관. 수직이 보통 더 어렵다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어지럼이 나오면 그 순간 훈련이 아니라 역효과 → 한 단계 내리고 5초×5부터. 목표는 어지럼 없이 10초×10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한쪽으로 휘청이면 그쪽 VOR이 약한 것 → 그쪽 VOR 드릴을 얹는다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메트로놈 : 100 or 120 bpm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누워서-앉아서-서서-걸으면서-돌면서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몸통 굴곡/신전 상태에서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Calf raises 자세 유지한 상태에서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인지적 챌린지 상황에서…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층을 하나씩 쌓는다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44168"/>
            <a:ext cx="411480" cy="41148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44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234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메트로놈 100 → 120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5636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리듬이 소뇌를 켜서 전정 입력이 덜 위협적. 한 박에 머리 한 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344168"/>
            <a:ext cx="411480" cy="41148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344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234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 진행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5636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누워서 → 앉아서 → 서서 → 걸으면서 → 돌면서(무한대). 걸을 땐 타겟 보면서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411480" cy="41148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148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몸통 굴곡 / 신전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4780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이석 입력이 바뀐다. 아기 안고 숙이는 자세에서 어지러운 산모가 많다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258568"/>
            <a:ext cx="411480" cy="41148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148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Calf raise 유지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24780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좁은 지지면 + 등척성. 시각·전정에 더 기대게 된다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172968"/>
            <a:ext cx="411480" cy="41148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063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인지적 챌린지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33924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구구단 7단 홀수만 (7×1, 7×3…). 자동으로 나오는 건 부하가 안 된다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3172968"/>
            <a:ext cx="411480" cy="41148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3063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골프 포지션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33924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굴곡 + 등척성 + 좁은 지지면. 아기 씻길 때, 유모차 밀 때 자세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층 올렸을 때 어지럼이 나오거나 saccades가 멈추면 그 층은 아직 이르다. 한 층 내려 10초×10 채우고 다시.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돌면서 — 무한대 워킹 · 이석 자극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4A7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9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▶ 타겟 ▶ 런지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 두 개 3–3.6m. 트레이너는 콘 라인 90도 위치에서 타겟을 든다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규칙: 타겟에서 눈을 떼지 않는다 · 항상 앞으로만 걷는다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좌·우 회전 번갈아 + 눈 고정(VOR) + 머리 수평(VCR) + 방향 전환마다 자세 조정(VSR) = 전정계 통합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 돌 때만 흔들리면 그쪽 VOR. 잘하면 타겟을 최대한 높게/낮게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Utricle (수평 이석) · 5초 이상 홀드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11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Forward/Backward · Side to side · Lateral tilting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310896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Saccule (수직 이석)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3611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Vertical — calf raise, 앉았다 서기, 런지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전정계 회복이 중요한 이유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산전시, 제한된 움직임으로 인해 움직임 박스(mapping)가 줄어들기 시작하면서 전정계 기능이 떨어지기 시작 -&gt; 산후 약간의 자극만으로도 전정계가 위협이 되서 점점 더 무언가를 하는 것을 피하게 만드는 경향이 커짐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산후 처음 전정계 운동을 할 때는 gross movement로 시작하는 것을 추천</a:t>
            </a:r>
            <a:endParaRPr lang="en-US" sz="1400" dirty="0"/>
          </a:p>
          <a:p>
            <a:pPr lvl="1" marL="508000" indent="-254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배우는 산모는 한쪽으로 하는 것</a:t>
            </a:r>
            <a:endParaRPr lang="en-US" sz="1400" dirty="0"/>
          </a:p>
          <a:p>
            <a:pPr lvl="1" marL="508000" indent="-254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Ant. Canal 움직임 교육시, neck mobility와 motor control등이 어려울 수 있음 -&gt; 그래서 위협이 높아짐 =&gt; 처음 시작하는 산모의 경우는 눈을 감고 단지 머리만 움직이게 시키는 것도 좋은 시작 접근 방법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악순환을 끊는 것이 체중 감량의 뇌 쪽 조건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2801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임신 후반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움직임 감소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719072" y="128016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C5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74520" y="128016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74520" y="1280160"/>
            <a:ext cx="12801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움직임 박스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(지도) 축소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136392" y="128016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C5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280160"/>
            <a:ext cx="12801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전정계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저하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128016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C5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09160" y="128016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1280160"/>
            <a:ext cx="12801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산후 작은 자극도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위협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971032" y="128016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C5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1280160"/>
            <a:ext cx="12801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코르티솔 ↑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지방 저장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388352" y="128016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C5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543800" y="128016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43800" y="1280160"/>
            <a:ext cx="12801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움직임 회피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↺ 회피할수록 지도가 더 작아진다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69748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gross movement부터인가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2004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gross = 큰 근육으로 하는 단순한 동작(끄덕, 좌우). fine = 각도·평면을 맞추는 정밀 동작.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동작은 목 가동성·모터 컨트롤이 필요한데 산모는 그게 떨어져 있다 → 안 되는 걸 시키면 위협만 오른다.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동작은 실패할 게 없다 → 뇌가 안전하게 전정 입력을 받기 시작한다. 한 번에 한 방향만.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69748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3776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눈을 감고 머리만 — 왜 더 안전한가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32004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어지럼은 전정이 세서가 아니라 눈이랑 안 맞아서 생긴다. 눈 뜨면 머리 신호·눈 고정·목 컨트롤을 동시에 해야 하고, 눈이 덜 돌아가면 타겟이 미끄러져 보인다. 눈을 감으면 충돌할 상대가 없다. 단, 균형이 빠지니 앉아서.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아무도 알려주지 않는 출산 후 산모들 상태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Upper cervical에 많은 문제를 가지고 있음 (골반의 반대 관절 – 목)</a:t>
            </a:r>
            <a:endParaRPr lang="en-US" sz="1400" dirty="0"/>
          </a:p>
          <a:p>
            <a:pPr lvl="1" marL="508000" indent="-254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전문가들도 산모의 목에 대한 접근을 하려고 생각하지 못한다</a:t>
            </a:r>
            <a:endParaRPr lang="en-US" sz="1400" dirty="0"/>
          </a:p>
          <a:p>
            <a:pPr lvl="1" marL="508000" indent="-254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 날 때 골반에 엄청난 지진이 일어났었다는 것을 잊지 마라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Upper cervical mobility 또는 mechanoreceptive problems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 움직임이 안좋다면, 평가시 전정계 문제가 있는 것처럼 보일 수 있다 =&gt; 이들은 끊임없이 상호작용하고 있다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전정계를 하기 전에 두개골(sphenoid) 교정, 목 mobility를 먼저하고 나면 효과가 좋다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목·눈·귀는 같은 회로. 실습으로 증명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목이 전정 문제처럼 보이나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뇌는 "머리가 어디 있나"를 세 정보를 합쳐서 안다.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 · 귀(전정) · 목(관절 각도)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합쳐진 결과 하나만 받으니 목이 틀린 정보를 주면 전정 문제처럼 보인다.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산모 목이 나빠지는 이유: 분만 힘주기 자세, 골반 틀어짐을 상부 경추가 보상, 수유 자세.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순서: 두개골(sphenoid) → 목 → 전정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0" y="1463040"/>
            <a:ext cx="411480" cy="41148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891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128016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2801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2801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수평 head saccades 5회 → 점수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2377440"/>
            <a:ext cx="411480" cy="41148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37760" y="219456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21945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 30초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1945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끄덕(C0–1) 5 · 회전 5 · 굴곡신전 5 · 측굴 5 · 턱 좌우 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3291840"/>
            <a:ext cx="411480" cy="41148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310896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74920" y="31089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108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수평 head saccades 5회 → 점수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4023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전정 훈련 하나도 안 했다. 목이 거짓말을 멈춘 것.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두려워하는 산모 — 다른 방법의 stacking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전정계 훈련을 심하게 두려워하는 산모들에게는 다른 방법의 stacking을 고려할 것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Stacking 예) 빅스마일 + 혀를 한 spot에 대고 + 이를 꽉 앙다물기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전정 드릴을 할 때 stacking은 산모에게 위협을 줄여준다는 것도 알고 있을 것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신호를 먼저 켜고 자극을 넣는다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빅스마일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안면신경(7번). 표정이 편도체 위협을 내린다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280160"/>
            <a:ext cx="228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혀를 한 spot에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설하신경(12번), midline. 머리 안에 기준점 하나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280160"/>
            <a:ext cx="228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꽉 물기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삼차신경(5번), 뇌간 최대 입력. 양측 동시 = SMA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788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스태킹 없이 눈 감고 수평 5초 → 스태킹 켜고 5초 → 어느 쪽이 편했나 → 이 물기만 빼고 5초, 점수 유지되나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무서워하는 산모 순서: 세 개 스태킹 + 눈 감고 앉아서 머리만 → 눈 뜨고 → 서서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4DD"/>
          </a:solidFill>
          <a:ln w="12700">
            <a:solidFill>
              <a:srgbClr val="FFF4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947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좋아지면 하나씩 빼기 — 스태킹은 보조바퀴. 세 개 → 두 개 → 하나 → 없이. 빼고 어지럼이 돌아오면 다시 넣고 며칠 더.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Vestibular 반사들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VOR: 머리가 움직일 때에도 눈을 공간에서 고정시켜 줍니다.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VCR: 걸을 때 머리를 공간에서 또는 수평면에서 고정시켜 줍니다.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VSR: 빠른 자세 변화에 맞춰 자세를 조정합니다.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밤중 수유 한 번에 셋이 다 들어 있다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전정계 = 귀 속 머리 움직임 감지기. 머리가 움직이면 눈·목·다리에 자동으로 명령을 보낸다 (반사)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 (될 때)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산모 (약해지면)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9659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VOR · 눈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1965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아기 울음에 고개를 홱 돌려 침대를 본다. 고개는 빨리 돌았는데 침대는 안 흔들려 보인다 — 눈이 자동으로 반대로 돌아 붙어 있었다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고개 돌리면 방이 휙 돌고 아기 얼굴이 흐릿 → 고개를 천천히 돌리게 된다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1965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보며 head saccades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8346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VCR · 목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2834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아기 안고 걷다가 발이 걸려 몸이 앞으로 쏠린다. 머리는 채찍처럼 젖혀지지 않는다 — 목이 그 순간 머리를 붙잡는다 (걷기는 이걸 한 걸음마다 작게 반복)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2834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목이 굳어서 못 잡으면 몸이 흔들릴 때 머리가 같이 흔들려 시야가 튀고 어지럽다 → 걷기를 피한다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28346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 풀기, 메트로놈 걷기, 무한대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7033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VSR · 다리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3703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 장난감을 밟아 기우뚱. 생각 전에 반대쪽 다리에 힘이 들어가 아기를 안은 채 버틴다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조금만 기우뚱해도 넘어질 것 같고, 아기 안고 있어 무섭다 → 안 움직인다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370332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perturbation, calf raise, 런지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산모는 임신 후반 6개월 동안 고개 홱 돌리기·걷기·기우뚱하기를 거의 안 해서 세 자동 명령이 다 느슨하다 → 밤중 수유 한 번이 어지럽고, 무섭고, 피곤한 일이 된다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A7C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체형과 자세 회복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4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뉴로 트레이닝 관점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체형과 자세 회복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출산으로 인해 변화된 신체를 바로 잡기 위해 올바른 자세와 체형교정법 교육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미드라인 기능 빠르게 끌어올릴 것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점진적으로 full 수축-full 이완 시킬 것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움직임 매트릭스를 이용 할 것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과정에서 배우고 있는 모든 내용을 적절히 이용할 것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근육이 아니라 중심을 잃은 것 — 미드라인부터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무너지나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임신 때 배가 앞으로 나가며 중심이 앞으로 → 뇌가 그 위치를 "정상"으로 저장. 출산 후 배는 들어갔는데 뇌는 옛 중심을 쓴다. 근육을 당겨 세워도 뇌가 중심을 모르면 돌아간다.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54880" y="123444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골반기저 파트와 연결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37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골반기저에서 이빨 진동·수직 눈·smooth pursuit 중 어떤 자극이 가장 강한 수축을 만드는지 찾았다. 그 자극이 그 사람의 미드라인을 켜는 자극. 자세 회복에서 그대로 쓰고 perturbation·손가락–코로 재평가. 별도 실습 없음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미드라인 드릴 — 소뇌 vermis · SMA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9260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입·얼굴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9260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Z-vibe 이빨 가운데 · 이 앙다물기 · 혀 한 spot 고정 / 혀 등척성 · 빅스마일 · 허밍·가글링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29260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29260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수직 눈 움직임(vertical saccade) · smooth pursuit · 타겟 고정 head saccades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6118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골반기저·호흡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611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골반기저 조합 수축(bilateral) · 수축 중 perturbation · 횡격막 스트레치 · banded breathing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3611880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36118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척추·리듬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3611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척추 드릴 · 메트로놈 리듬 걷기 · 천골 S2–4 진동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자극이 가장 잘 켜는지는 사람마다 다르다. full 수축–full 이완, 움직임 매트릭스는 과정에서 배운 대로.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— 세 문장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유산소도 근육 운동도 아니다. 목 풀고, 전정 켜고, midline 잡는다.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1031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체중은 뇌가 안전하다고 느껴야 빠진다. 림프 풀고, 위협 낮추고, 그다음 걷는다.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8346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전정 문제처럼 보이면 목부터 본다. 골반의 반대 관절이 목이다.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661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자세는 midline이 잡히면 따라온다. 근육 만지기 전에 midline을 켠다.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A7C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뇌가 안전하다고 느껴야 몸이 바뀐다.</a:t>
            </a:r>
            <a:endParaRPr lang="en-US" sz="3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A7C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산후 영양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4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산모와 신생아 모두의 건강과 발달 · 뉴로 트레이닝 관점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뉴로-산후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산후 영양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산모와 신생아 모두의 건강과 발달에 중요한 역할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산모는 회복하고 신생아의 성장과 발달을 최적화하기 위해서 이 기간 동안 적절한 영양이 필수적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산모의 영양 요구량 — 임신과 출산 중에 고갈된 영양소를 보충하기 위해 비타민과 미네랄이 풍부하게 공급되어야 함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유아 영양 요구사항 — 특히 미숙아는 퇴원 후 성장 제한·영양 부족 예방을 위해 전문적인 영양 섭취. 모유는 필요한 영양소가 모두 들어 있지만, 산모는 모유 수유를 위해 균형 잡힌 식단을 유지해야 함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장기적으로 건강에 미치는 영향 — 후성유전학적 메커니즘은 산모와 신생아의 영양을 유전자 발현과 연결. 신생아기 영양의 질이 노년기의 행동 특성과 건강에도 영향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산모 뇌는 지금 재료가 없다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임신 10개월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태아가 철분·칼슘·오메가3·엽산을 먼저 가져갔다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57200" cy="45720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출산 출혈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철분이 또 빠진다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31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수유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500kcal 이상, 칼슘과 지방산이 모유로 나간다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468880"/>
            <a:ext cx="457200" cy="45720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2331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부족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뇌가 회복할 시간 자체가 없다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4747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신경전달물질도, 수초도, 새 시냅스도 전부 먹은 걸로 만든다. 재료가 없으면 아무리 좋은 자극을 줘도 반응이 느리다.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"멍해요, 기억이 안 나요, 감정이 널뛰어요"의 상당 부분이 재료 부족.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개의 뇌를 위한 영양 — 우리 역할의 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후성유전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산모·신생아 영양이 어떤 유전자가 켜지고 꺼지는지를 바꾼다. 지금 몇 달이 아이의 수십 년을 정한다.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"살 빼려면 적게 드세요" = 두 개의 뇌를 굶기는 것. 체중 감량은 림프 풀고, 재료 채우면서.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FF4DD"/>
          </a:solidFill>
          <a:ln w="12700">
            <a:solidFill>
              <a:srgbClr val="FFF4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하지 않는 것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식단 처방 · 보충제 용량 · 진단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미숙아 영양 중재는 전문가와 상의 (우리 주제가 아님)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하는 것 세 가지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11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왜 필요한지 뇌 관점에서 설명하기   ② 산모 환경에서 뭐가 빠져 있는지 체크하기   ③ 필요하면 전문가에게 연결하기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산모와 신생아 영양 및 모유 수유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모유 수유 : 초유의 중요성과 모유가 신생아 면역력에 미치는 긍정적인 효과. 모유 수유 자세 교정 및 산모의 유선 관리 방법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산모 영양 관리 : 산모의 균형 잡힌 영양 섭취가 회복에 중요한 역할. 철분, 칼슘, 단백질 섭취의 중요성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구체적인 방법 : 모유 수유 시 올바른 자세 교육, 수유 횟수에 대한 가이드라인. 산모의 영양 보충을 위한 식단 계획과 필수 영양소 섭취 권장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모유·수유 자세·철분 칼슘 단백질 — 왜 뉴로 관점인가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초유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신생아 면역의 첫 재료. 모유는 산모가 먹은 걸로 만든다 → 산모 영양 = 아이 영양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2801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수유 자세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78308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자세가 나쁘면 목·어깨·손목 통증 → 위협 → 수유 자체가 스트레스. 옥시토신의 자궁 수축 이득이 줄어든다. 수유 자세는 통증 관리가 아니라 위협 관리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철분 · 칼슘 · 단백질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8308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철분: 뇌에 산소를 실어 나른다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칼슘: 수유로 빠져나가고, 신경 신호 전달에 필요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단백질: 신경전달물질의 원료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첫 상담에서 이 셋부터 본다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거의 대부분 원인은 뇌에서 불규칙한 신경 전달에서 일어난다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(등록 장애인 현황 자료와 함께) 거의 대부분 원인은 뇌에서 불규칙한 신경 전달에서 일어남 — #1 원인은 음식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선천적 장애? 임신할 때 부모의 몸 상태와 음식 섭취가 문제가 될 확률이 높음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원재료(정자·난자)와 뇌로 가는 경로를 모두 자극한다. 자극 중 증상이 줄거나 심해지는 뇌 영역을 찾아 그 드릴에 집중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음식이 절대적이니 살아있는 음식 섭취를 공부할 것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문장의 뜻 — 우리 프로그램의 관점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 전달이 불규칙한 이유의 큰 부분은 재료 부족과 염증이다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재료: 세로토닌은 트립토판으로, 도파민은 티로신으로. 단백질이 없으면 신경전달물질 자체가 안 나온다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염증: 가공식품·설탕·오메가6 과다는 염증을 올리고, 오메가3와 채소는 내린다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산전 영양이 다음 세대의 뇌를 만들고, 산후 영양이 산모 뇌와 아이 뇌를 동시에 만든다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살아있는 음식 = 가공되지 않은, 원래 형태에 가까운 음식. 조리원·집 간식(빵·떡·과일 위주)이 여기서 어긋난다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 원인은 음식이다. 살아있는 음식을 공부하라.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산후 영양과 신생아의 신경학적 발달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생애 초기 신경 발달에 중요한 역할 — 적절한 영양소 섭취는 뇌 성장에 필수. 발달 시기의 영양 결핍은 심각한 신경 발달 장애로 이어질 수 있음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영양소 결핍은 뇌 구조와 기능을 변화시켜 장기적인 인지 기능 장애로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과도한 영양 섭취(산후 과식)도 신경 발달을 방해하여 불안 행동과 시냅스 변화를 일으킬 수 있음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미생물총-장-뇌 축 : 영양은 장내 미생물에 영향을 주어 신경 발달 결과에 영향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 보호 영양소 : 프로바이오틱스, 특정 아미노산은 뇌 손상을 예방하고 건강한 발달을 촉진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영양은 수정 가능 요소, 그러나 모든 영양 개입이 일관된 결과를 내지는 않으므로 개인 상태에 맞추어 접근할 것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결핍도 과잉도 — 균형, 그리고 개인화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결핍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 구조와 기능이 바뀌어 장기적 인지 장애로. "많이 드세요"가 아니라 "빠진 걸 채우세요"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28016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과잉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7830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산후 과식도 시냅스 변화와 불안 행동을 만든다. 죄책감 폭식이 흔한 산후에 특히 중요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장–뇌 축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830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장내 미생물이 미주신경으로 뇌에 신호를 보낸다. 산모가 뭘 먹느냐 → 미생물 → 아이 발달·산모 기분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상태에 맞추어 접근 = 뉴로 트레이닝 원칙 그대로. 평가 먼저, 개인화. 미숙아 영양 중재는 전문가 연계.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신경-면역 상호작용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중추신경계(CNS)는 면역 체계와 양방향 통신을 통해 인지 기능과 행동에 영향을 미침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CNS의 만성 염증은 인지 장애 및 기분 장애로 이어져 과민성 면역 반응의 해로운 영향을 부각시킬 수 있음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면역과 관련된 뇌 영역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면역 반응을 조절하거나 스트레스에 대한 반응을 통해 면역계에 영향을 미친다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Hypothalamus · Pituitary Gland · Amygdala · Hippocampus · Frontal Lobe · Brainstem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뇌 영역들은 자율신경계와 HPA 축을 통해 면역계와 연결되며, 스트레스와 감정 반응을 통해 면역 시스템에 영향을 줌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HPA 축 — 영양이 들어가는 자리 세 곳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719072" y="128016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C5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74520" y="128016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74520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시상하부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136392" y="128016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C5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뇌하수체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128016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C5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09160" y="128016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코르티솔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971032" y="128016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C5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면역 억제 / 염증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388352" y="128016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C5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543800" y="128016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43800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저하 · 기분 장애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33172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재료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8346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세로토닌·도파민·GABA 전부 아미노산으로 만든다. 단백질이 없으면 이 축을 진정시킬 물질이 안 나온다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33172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염증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28346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가공식품·설탕·오메가6 과다 → 염증 ↑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오메가3·채소 → 염증 ↓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마인드 파트의 화학적 스트레스 요인이 이것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33172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장–뇌 축 · 인슐라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28346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장내 미생물 → 미주신경 → 뇌. 그리고 인슐라: 수면 부족·스트레스로 배고픔·포만 신호가 둔해진다 → "배고픈지 모르겠어요"는 의지가 아니라 신호 문제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산후 회복에 도움이 되는 영양소와 음식 (1)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단백질 — 조직 회복, 근육 및 에너지 공급, 면역 기능 강화</a:t>
            </a:r>
            <a:endParaRPr lang="en-US" sz="1400" dirty="0"/>
          </a:p>
          <a:p>
            <a:pPr lvl="1" marL="508000" indent="-254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계란, 닭고기, 생선(연어·고등어), 두부·콩류(렌틸·병아리콩·검은콩), 그릭 요거트, 저지방 유제품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철분 — 출산 후 혈액 손실 보충, 빈혈 예방, 피로 회복</a:t>
            </a:r>
            <a:endParaRPr lang="en-US" sz="1400" dirty="0"/>
          </a:p>
          <a:p>
            <a:pPr lvl="1" marL="508000" indent="-254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소고기·간·양고기, 시금치·렌틸·콩·두부 (비타민 C와 함께 섭취하면 흡수율 증가)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칼슘 — 뼈와 치아 건강 유지, 모유 수유 중 칼슘 손실 보충</a:t>
            </a:r>
            <a:endParaRPr lang="en-US" sz="1400" dirty="0"/>
          </a:p>
          <a:p>
            <a:pPr lvl="1" marL="508000" indent="-254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우유·요거트·치즈, 시금치·케일·브로콜리, 아몬드·참깨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산후 회복에 도움이 되는 영양소와 음식 (2)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오메가-3 지방산 — 뇌와 신경 발달 지원, 항염 효과, 우울증 예방</a:t>
            </a:r>
            <a:endParaRPr lang="en-US" sz="1400" dirty="0"/>
          </a:p>
          <a:p>
            <a:pPr lvl="1" marL="508000" indent="-254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연어·고등어·참치(EPA·DHA), 호두·치아씨드·아마씨(알파-리놀렌산)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비타민 C — 면역력 강화, 상처 치유 촉진, 철분 흡수 촉진</a:t>
            </a:r>
            <a:endParaRPr lang="en-US" sz="1400" dirty="0"/>
          </a:p>
          <a:p>
            <a:pPr lvl="1" marL="508000" indent="-254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감귤류, 딸기·키위, 피망·브로콜리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비타민 D — 칼슘 흡수 촉진, 뼈 건강 유지</a:t>
            </a:r>
            <a:endParaRPr lang="en-US" sz="1400" dirty="0"/>
          </a:p>
          <a:p>
            <a:pPr lvl="1" marL="508000" indent="-254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연어·참치·고등어, 달걀 노른자, 강화 유제품 및 시리얼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산후 회복에 도움이 되는 영양소와 음식 (3)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엽산(비타민 B9) — 세포 성장과 복구, 적혈구 생성, 빈혈 예방</a:t>
            </a:r>
            <a:endParaRPr lang="en-US" sz="1400" dirty="0"/>
          </a:p>
          <a:p>
            <a:pPr lvl="1" marL="508000" indent="-254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시금치·브로콜리·아스파라거스, 아보카도·감귤류, 렌틸콩·병아리콩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섬유질 — 장 운동 촉진, 소화 개선, 변비 예방</a:t>
            </a:r>
            <a:endParaRPr lang="en-US" sz="1400" dirty="0"/>
          </a:p>
          <a:p>
            <a:pPr lvl="1" marL="508000" indent="-254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통곡물(현미·귀리·보리), 과일(사과·배), 채소(브로콜리·당근), 렌틸콩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수분 — 전반적인 회복 지원, 모유 수유 중 탈수 예방</a:t>
            </a:r>
            <a:endParaRPr lang="en-US" sz="1400" dirty="0"/>
          </a:p>
          <a:p>
            <a:pPr lvl="1" marL="508000" indent="-254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물, 카페인 없는 허브티, 수분이 많은 과일(수박·오렌지·멜론)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9가지를 외우지 말고 네 묶음으로 — 뇌 관점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단백질 · 오메가-3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20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신경전달물질과 신경막을 만든다. 뇌의 60%가 지방. 기분이 널뛰면 단백질부터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417320"/>
            <a:ext cx="411480" cy="41148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운반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철분 · 비타민 C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920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뇌에 산소를 실어 나른다. "멍해요"의 제일 흔한 원인. 식물성 철분은 C와 함께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017520"/>
            <a:ext cx="411480" cy="41148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971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칼슘 · 비타민 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520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뼈와 신경 신호 전달. 수유로 빠지고 실내 생활로 D가 부족. 햇빛 = 부교감 체크리스트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8803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017520"/>
            <a:ext cx="411480" cy="41148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2971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회복·배출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엽산 · 섬유질 · 수분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520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세포 복구, 장 운동, 림프. 변비 = 발살바 = 골반기저 위협. 수분 없으면 림프가 안 흐른다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산모 식단을 보고 이 네 묶음 중 뭐가 비었는지만 찾는다.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조리원 식단 하나로 빈 묶음 찾기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한 명이 본 조리원 하루 식단을 불러준다 (아침·점심·저녁·간식)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화이트보드에 받아 적는다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같이: 재료 · 운반 · 구조 · 회복 중 어디가 비었나?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단백질·오메가3·비타민D가 빈다는 걸 확인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4747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미역국 자체는 좋다. 그것만 3주 먹는 게 문제. 빈 묶음 하나를 채우는 제안이 "식단 처방"보다 현실적이고 우리 선 안에 있다.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환경도 체크할 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영양소도 중요하지만, 적절한 영양 섭취에 방해가 될 수 있는 문화적 식습관, 사회적 지원 부족 등 산후 여성이 균형 잡힌 식단을 유지하는 데 방해가 될 수 있는 환경도 체크할 것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산모가 뭘 아느냐가 아니라 뭘 먹을 수 있는 환경이냐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미역국 3주. 단백질·오메가3·비타민D가 빈다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12344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지원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737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밥 차려줄 사람이 없다. 아이 안고 서서 먹는다 → 긴장 상태 식사는 부교감 억제 → 소화·흡수 저하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2344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조리원·집 환경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37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간식이 빵·떡·과일 위주 → 화학적 스트레스 요인이 그대로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71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산모 첫 상담 5문항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2918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하루 몇 끼, 앉아서 먹는 끼니는 몇 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단백질 반찬이 매 끼 있는가 (계란·생선·고기·두부)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물 하루 몇 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변비가 있는가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햇빛을 하루 몇 분 보는가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0" y="292608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FFF4DD"/>
          </a:solidFill>
          <a:ln w="12700">
            <a:solidFill>
              <a:srgbClr val="FFF4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연계 기준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34290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빈혈 진단·심한 어지럼 · 알레르기 · 갑상선 · 급격한 체중 변화 · 먹는 것에 죄책감·폭식 → 의사·영양사·상담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 말고 아이를 위해서라도 좋은 것을 선택하고 잘 먹어라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산모한테 자기 몸 챙기라고 하면 안 움직인다. 죄책감이 있다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 뇌 재료라고 하면 움직인다 — 우리가 쓸 수 있는 제일 강한 동기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— 세 문장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457200" cy="45720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6459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영양은 뇌의 재료다. 자극을 줘도 재료가 없으면 뇌는 반응 못 한다.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468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· 운반 · 구조 · 회복 네 묶음 중 뭐가 비었는지만 본다.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291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산모 뇌가 회복되고, 그 뇌가 아이 뇌를 만든다. 산모 식단은 두 개의 뇌를 위한 것이다.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2026-09-05T05:09:29Z</dcterms:created>
  <dcterms:modified xsi:type="dcterms:W3CDTF">2026-09-05T05:09:29Z</dcterms:modified>
</cp:coreProperties>
</file>